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70" r:id="rId3"/>
    <p:sldId id="285" r:id="rId4"/>
    <p:sldId id="271" r:id="rId5"/>
    <p:sldId id="281" r:id="rId6"/>
    <p:sldId id="282" r:id="rId7"/>
    <p:sldId id="283" r:id="rId8"/>
    <p:sldId id="272" r:id="rId9"/>
    <p:sldId id="273" r:id="rId10"/>
    <p:sldId id="274" r:id="rId11"/>
    <p:sldId id="275" r:id="rId12"/>
    <p:sldId id="284" r:id="rId13"/>
    <p:sldId id="276" r:id="rId14"/>
    <p:sldId id="280" r:id="rId15"/>
    <p:sldId id="269" r:id="rId16"/>
    <p:sldId id="258" r:id="rId17"/>
    <p:sldId id="256" r:id="rId18"/>
    <p:sldId id="286" r:id="rId19"/>
    <p:sldId id="266" r:id="rId20"/>
    <p:sldId id="267" r:id="rId21"/>
    <p:sldId id="268" r:id="rId2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5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5442E3-C910-454A-BA1D-267564AFE9C3}" type="doc">
      <dgm:prSet loTypeId="urn:microsoft.com/office/officeart/2005/8/layout/default" loCatId="list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pPr latinLnBrk="1"/>
          <a:endParaRPr lang="ko-KR" altLang="en-US"/>
        </a:p>
      </dgm:t>
    </dgm:pt>
    <dgm:pt modelId="{AB65FA8F-7642-4E60-B10F-AE917B083FC6}">
      <dgm:prSet phldrT="[텍스트]" custT="1"/>
      <dgm:spPr/>
      <dgm:t>
        <a:bodyPr/>
        <a:lstStyle/>
        <a:p>
          <a:pPr latinLnBrk="1"/>
          <a:r>
            <a:rPr lang="en-US" altLang="ko-KR" sz="4000" dirty="0" smtClean="0">
              <a:latin typeface="Tahoma" pitchFamily="34" charset="0"/>
              <a:ea typeface="Tahoma" pitchFamily="34" charset="0"/>
              <a:cs typeface="Tahoma" pitchFamily="34" charset="0"/>
            </a:rPr>
            <a:t>Immigration</a:t>
          </a:r>
          <a:endParaRPr lang="ko-KR" altLang="en-US" sz="4200" dirty="0">
            <a:latin typeface="Tahoma" pitchFamily="34" charset="0"/>
            <a:cs typeface="Tahoma" pitchFamily="34" charset="0"/>
          </a:endParaRPr>
        </a:p>
      </dgm:t>
    </dgm:pt>
    <dgm:pt modelId="{0341F7AE-4534-4309-96F9-E4CC9F590841}" type="parTrans" cxnId="{303DBA92-3458-46B2-B1BD-AFC0C4107287}">
      <dgm:prSet/>
      <dgm:spPr/>
      <dgm:t>
        <a:bodyPr/>
        <a:lstStyle/>
        <a:p>
          <a:pPr latinLnBrk="1"/>
          <a:endParaRPr lang="ko-KR" altLang="en-US">
            <a:latin typeface="Tahoma" pitchFamily="34" charset="0"/>
            <a:cs typeface="Tahoma" pitchFamily="34" charset="0"/>
          </a:endParaRPr>
        </a:p>
      </dgm:t>
    </dgm:pt>
    <dgm:pt modelId="{48989E9C-DF21-41AC-9EB7-AA11D21A5EFE}" type="sibTrans" cxnId="{303DBA92-3458-46B2-B1BD-AFC0C4107287}">
      <dgm:prSet/>
      <dgm:spPr/>
      <dgm:t>
        <a:bodyPr/>
        <a:lstStyle/>
        <a:p>
          <a:pPr latinLnBrk="1"/>
          <a:endParaRPr lang="ko-KR" altLang="en-US">
            <a:latin typeface="Tahoma" pitchFamily="34" charset="0"/>
            <a:cs typeface="Tahoma" pitchFamily="34" charset="0"/>
          </a:endParaRPr>
        </a:p>
      </dgm:t>
    </dgm:pt>
    <dgm:pt modelId="{7F64F93E-5D63-49A8-B1E6-0425A8DF1559}">
      <dgm:prSet phldrT="[텍스트]" custT="1"/>
      <dgm:spPr/>
      <dgm:t>
        <a:bodyPr/>
        <a:lstStyle/>
        <a:p>
          <a:pPr latinLnBrk="1"/>
          <a:r>
            <a:rPr lang="en-US" altLang="ko-KR" sz="4000" dirty="0" smtClean="0">
              <a:latin typeface="Tahoma" pitchFamily="34" charset="0"/>
              <a:ea typeface="Tahoma" pitchFamily="34" charset="0"/>
              <a:cs typeface="Tahoma" pitchFamily="34" charset="0"/>
            </a:rPr>
            <a:t>Home-Search</a:t>
          </a:r>
          <a:endParaRPr lang="ko-KR" altLang="en-US" sz="4200" dirty="0">
            <a:latin typeface="Tahoma" pitchFamily="34" charset="0"/>
            <a:cs typeface="Tahoma" pitchFamily="34" charset="0"/>
          </a:endParaRPr>
        </a:p>
      </dgm:t>
    </dgm:pt>
    <dgm:pt modelId="{2DBFB238-F746-41D0-92FE-F5CD1A7B52D6}" type="parTrans" cxnId="{F6CA79E0-246D-4793-A8DC-4A1E03ADD231}">
      <dgm:prSet/>
      <dgm:spPr/>
      <dgm:t>
        <a:bodyPr/>
        <a:lstStyle/>
        <a:p>
          <a:pPr latinLnBrk="1"/>
          <a:endParaRPr lang="ko-KR" altLang="en-US">
            <a:latin typeface="Tahoma" pitchFamily="34" charset="0"/>
            <a:cs typeface="Tahoma" pitchFamily="34" charset="0"/>
          </a:endParaRPr>
        </a:p>
      </dgm:t>
    </dgm:pt>
    <dgm:pt modelId="{8CE8631C-E821-41BE-8559-37E9F7C180C4}" type="sibTrans" cxnId="{F6CA79E0-246D-4793-A8DC-4A1E03ADD231}">
      <dgm:prSet/>
      <dgm:spPr/>
      <dgm:t>
        <a:bodyPr/>
        <a:lstStyle/>
        <a:p>
          <a:pPr latinLnBrk="1"/>
          <a:endParaRPr lang="ko-KR" altLang="en-US">
            <a:latin typeface="Tahoma" pitchFamily="34" charset="0"/>
            <a:cs typeface="Tahoma" pitchFamily="34" charset="0"/>
          </a:endParaRPr>
        </a:p>
      </dgm:t>
    </dgm:pt>
    <dgm:pt modelId="{CE5EDE64-3515-4FD1-ABD3-24D8E24CD768}">
      <dgm:prSet phldrT="[텍스트]" custT="1"/>
      <dgm:spPr/>
      <dgm:t>
        <a:bodyPr/>
        <a:lstStyle/>
        <a:p>
          <a:pPr latinLnBrk="1"/>
          <a:r>
            <a:rPr lang="en-US" altLang="ko-KR" sz="4000" dirty="0" smtClean="0">
              <a:latin typeface="Tahoma" pitchFamily="34" charset="0"/>
              <a:ea typeface="Tahoma" pitchFamily="34" charset="0"/>
              <a:cs typeface="Tahoma" pitchFamily="34" charset="0"/>
            </a:rPr>
            <a:t>Tenancy</a:t>
          </a:r>
        </a:p>
        <a:p>
          <a:pPr latinLnBrk="1"/>
          <a:r>
            <a:rPr lang="en-US" altLang="ko-KR" sz="4000" dirty="0" smtClean="0">
              <a:latin typeface="Tahoma" pitchFamily="34" charset="0"/>
              <a:ea typeface="Tahoma" pitchFamily="34" charset="0"/>
              <a:cs typeface="Tahoma" pitchFamily="34" charset="0"/>
            </a:rPr>
            <a:t>Management</a:t>
          </a:r>
          <a:endParaRPr lang="ko-KR" altLang="en-US" sz="4200" dirty="0">
            <a:latin typeface="Tahoma" pitchFamily="34" charset="0"/>
            <a:cs typeface="Tahoma" pitchFamily="34" charset="0"/>
          </a:endParaRPr>
        </a:p>
      </dgm:t>
    </dgm:pt>
    <dgm:pt modelId="{0AB780D7-7C0F-4976-80CD-EAD1F680C415}" type="parTrans" cxnId="{B30631FE-FB4B-4E74-BC0A-51DC13067A56}">
      <dgm:prSet/>
      <dgm:spPr/>
      <dgm:t>
        <a:bodyPr/>
        <a:lstStyle/>
        <a:p>
          <a:pPr latinLnBrk="1"/>
          <a:endParaRPr lang="ko-KR" altLang="en-US">
            <a:latin typeface="Tahoma" pitchFamily="34" charset="0"/>
            <a:cs typeface="Tahoma" pitchFamily="34" charset="0"/>
          </a:endParaRPr>
        </a:p>
      </dgm:t>
    </dgm:pt>
    <dgm:pt modelId="{6C21B23D-F0FB-454F-BD32-CB725D50CC40}" type="sibTrans" cxnId="{B30631FE-FB4B-4E74-BC0A-51DC13067A56}">
      <dgm:prSet/>
      <dgm:spPr/>
      <dgm:t>
        <a:bodyPr/>
        <a:lstStyle/>
        <a:p>
          <a:pPr latinLnBrk="1"/>
          <a:endParaRPr lang="ko-KR" altLang="en-US">
            <a:latin typeface="Tahoma" pitchFamily="34" charset="0"/>
            <a:cs typeface="Tahoma" pitchFamily="34" charset="0"/>
          </a:endParaRPr>
        </a:p>
      </dgm:t>
    </dgm:pt>
    <dgm:pt modelId="{FB9752DD-870E-4BDD-98AA-3C22C636A19C}">
      <dgm:prSet phldrT="[텍스트]" custT="1"/>
      <dgm:spPr/>
      <dgm:t>
        <a:bodyPr/>
        <a:lstStyle/>
        <a:p>
          <a:pPr latinLnBrk="1"/>
          <a:r>
            <a:rPr lang="en-US" altLang="ko-KR" sz="4000" dirty="0" smtClean="0">
              <a:latin typeface="Tahoma" pitchFamily="34" charset="0"/>
              <a:ea typeface="Tahoma" pitchFamily="34" charset="0"/>
              <a:cs typeface="Tahoma" pitchFamily="34" charset="0"/>
            </a:rPr>
            <a:t>Orientation</a:t>
          </a:r>
        </a:p>
        <a:p>
          <a:pPr latinLnBrk="1"/>
          <a:r>
            <a:rPr lang="en-US" altLang="ko-KR" sz="4000" dirty="0" smtClean="0">
              <a:latin typeface="Tahoma" pitchFamily="34" charset="0"/>
              <a:ea typeface="Tahoma" pitchFamily="34" charset="0"/>
              <a:cs typeface="Tahoma" pitchFamily="34" charset="0"/>
            </a:rPr>
            <a:t>&amp; Settling-In</a:t>
          </a:r>
          <a:endParaRPr lang="ko-KR" altLang="en-US" sz="4000" dirty="0">
            <a:latin typeface="Tahoma" pitchFamily="34" charset="0"/>
            <a:cs typeface="Tahoma" pitchFamily="34" charset="0"/>
          </a:endParaRPr>
        </a:p>
      </dgm:t>
    </dgm:pt>
    <dgm:pt modelId="{78467245-C7C7-4697-93C1-6BB769613EE9}" type="parTrans" cxnId="{E7B27864-CC76-4D74-BEE5-7A8462036DE6}">
      <dgm:prSet/>
      <dgm:spPr/>
      <dgm:t>
        <a:bodyPr/>
        <a:lstStyle/>
        <a:p>
          <a:pPr latinLnBrk="1"/>
          <a:endParaRPr lang="ko-KR" altLang="en-US">
            <a:latin typeface="Tahoma" pitchFamily="34" charset="0"/>
            <a:cs typeface="Tahoma" pitchFamily="34" charset="0"/>
          </a:endParaRPr>
        </a:p>
      </dgm:t>
    </dgm:pt>
    <dgm:pt modelId="{13BD64C4-2161-4111-9CAB-E9428DF06DFF}" type="sibTrans" cxnId="{E7B27864-CC76-4D74-BEE5-7A8462036DE6}">
      <dgm:prSet/>
      <dgm:spPr/>
      <dgm:t>
        <a:bodyPr/>
        <a:lstStyle/>
        <a:p>
          <a:pPr latinLnBrk="1"/>
          <a:endParaRPr lang="ko-KR" altLang="en-US">
            <a:latin typeface="Tahoma" pitchFamily="34" charset="0"/>
            <a:cs typeface="Tahoma" pitchFamily="34" charset="0"/>
          </a:endParaRPr>
        </a:p>
      </dgm:t>
    </dgm:pt>
    <dgm:pt modelId="{4D037706-2E18-41BE-A655-407C47150D91}" type="pres">
      <dgm:prSet presAssocID="{325442E3-C910-454A-BA1D-267564AFE9C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4BAD95A-C7BC-47E1-BDA8-405F65814295}" type="pres">
      <dgm:prSet presAssocID="{AB65FA8F-7642-4E60-B10F-AE917B083FC6}" presName="node" presStyleLbl="node1" presStyleIdx="0" presStyleCnt="4" custLinFactNeighborX="-706" custLinFactNeighborY="-6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1FD569F-E486-4784-976E-DA5811A6ECEE}" type="pres">
      <dgm:prSet presAssocID="{48989E9C-DF21-41AC-9EB7-AA11D21A5EFE}" presName="sibTrans" presStyleCnt="0"/>
      <dgm:spPr/>
      <dgm:t>
        <a:bodyPr/>
        <a:lstStyle/>
        <a:p>
          <a:pPr latinLnBrk="1"/>
          <a:endParaRPr lang="ko-KR" altLang="en-US"/>
        </a:p>
      </dgm:t>
    </dgm:pt>
    <dgm:pt modelId="{039BF694-DA7F-40CE-B63A-4742EAFC2105}" type="pres">
      <dgm:prSet presAssocID="{7F64F93E-5D63-49A8-B1E6-0425A8DF1559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FDAAF4F-0F90-4B77-A7C0-987F8F2F5784}" type="pres">
      <dgm:prSet presAssocID="{8CE8631C-E821-41BE-8559-37E9F7C180C4}" presName="sibTrans" presStyleCnt="0"/>
      <dgm:spPr/>
      <dgm:t>
        <a:bodyPr/>
        <a:lstStyle/>
        <a:p>
          <a:pPr latinLnBrk="1"/>
          <a:endParaRPr lang="ko-KR" altLang="en-US"/>
        </a:p>
      </dgm:t>
    </dgm:pt>
    <dgm:pt modelId="{AAB99F12-758F-45ED-BA08-F6AD8269860C}" type="pres">
      <dgm:prSet presAssocID="{CE5EDE64-3515-4FD1-ABD3-24D8E24CD76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648C791-6D9A-4C7E-B39F-B9987741B09F}" type="pres">
      <dgm:prSet presAssocID="{6C21B23D-F0FB-454F-BD32-CB725D50CC40}" presName="sibTrans" presStyleCnt="0"/>
      <dgm:spPr/>
      <dgm:t>
        <a:bodyPr/>
        <a:lstStyle/>
        <a:p>
          <a:pPr latinLnBrk="1"/>
          <a:endParaRPr lang="ko-KR" altLang="en-US"/>
        </a:p>
      </dgm:t>
    </dgm:pt>
    <dgm:pt modelId="{3EAA40DB-DDE5-42A7-8D2C-4368F81F11D7}" type="pres">
      <dgm:prSet presAssocID="{FB9752DD-870E-4BDD-98AA-3C22C636A19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97A64E11-962A-496A-900C-CE50EFD98C52}" type="presOf" srcId="{AB65FA8F-7642-4E60-B10F-AE917B083FC6}" destId="{44BAD95A-C7BC-47E1-BDA8-405F65814295}" srcOrd="0" destOrd="0" presId="urn:microsoft.com/office/officeart/2005/8/layout/default"/>
    <dgm:cxn modelId="{8FED1CAC-A319-453F-A061-D46FD04141DD}" type="presOf" srcId="{325442E3-C910-454A-BA1D-267564AFE9C3}" destId="{4D037706-2E18-41BE-A655-407C47150D91}" srcOrd="0" destOrd="0" presId="urn:microsoft.com/office/officeart/2005/8/layout/default"/>
    <dgm:cxn modelId="{41B791DB-B546-43EB-9D9C-2114A2D73415}" type="presOf" srcId="{CE5EDE64-3515-4FD1-ABD3-24D8E24CD768}" destId="{AAB99F12-758F-45ED-BA08-F6AD8269860C}" srcOrd="0" destOrd="0" presId="urn:microsoft.com/office/officeart/2005/8/layout/default"/>
    <dgm:cxn modelId="{E7B27864-CC76-4D74-BEE5-7A8462036DE6}" srcId="{325442E3-C910-454A-BA1D-267564AFE9C3}" destId="{FB9752DD-870E-4BDD-98AA-3C22C636A19C}" srcOrd="3" destOrd="0" parTransId="{78467245-C7C7-4697-93C1-6BB769613EE9}" sibTransId="{13BD64C4-2161-4111-9CAB-E9428DF06DFF}"/>
    <dgm:cxn modelId="{3789318A-DC16-4D2A-9283-E91DBC3D4EE1}" type="presOf" srcId="{7F64F93E-5D63-49A8-B1E6-0425A8DF1559}" destId="{039BF694-DA7F-40CE-B63A-4742EAFC2105}" srcOrd="0" destOrd="0" presId="urn:microsoft.com/office/officeart/2005/8/layout/default"/>
    <dgm:cxn modelId="{303DBA92-3458-46B2-B1BD-AFC0C4107287}" srcId="{325442E3-C910-454A-BA1D-267564AFE9C3}" destId="{AB65FA8F-7642-4E60-B10F-AE917B083FC6}" srcOrd="0" destOrd="0" parTransId="{0341F7AE-4534-4309-96F9-E4CC9F590841}" sibTransId="{48989E9C-DF21-41AC-9EB7-AA11D21A5EFE}"/>
    <dgm:cxn modelId="{F6CA79E0-246D-4793-A8DC-4A1E03ADD231}" srcId="{325442E3-C910-454A-BA1D-267564AFE9C3}" destId="{7F64F93E-5D63-49A8-B1E6-0425A8DF1559}" srcOrd="1" destOrd="0" parTransId="{2DBFB238-F746-41D0-92FE-F5CD1A7B52D6}" sibTransId="{8CE8631C-E821-41BE-8559-37E9F7C180C4}"/>
    <dgm:cxn modelId="{B30631FE-FB4B-4E74-BC0A-51DC13067A56}" srcId="{325442E3-C910-454A-BA1D-267564AFE9C3}" destId="{CE5EDE64-3515-4FD1-ABD3-24D8E24CD768}" srcOrd="2" destOrd="0" parTransId="{0AB780D7-7C0F-4976-80CD-EAD1F680C415}" sibTransId="{6C21B23D-F0FB-454F-BD32-CB725D50CC40}"/>
    <dgm:cxn modelId="{7CE43665-C6CC-4937-B80C-94659BC39D5F}" type="presOf" srcId="{FB9752DD-870E-4BDD-98AA-3C22C636A19C}" destId="{3EAA40DB-DDE5-42A7-8D2C-4368F81F11D7}" srcOrd="0" destOrd="0" presId="urn:microsoft.com/office/officeart/2005/8/layout/default"/>
    <dgm:cxn modelId="{0828C715-A20C-46B5-9E15-9DBB60E5C936}" type="presParOf" srcId="{4D037706-2E18-41BE-A655-407C47150D91}" destId="{44BAD95A-C7BC-47E1-BDA8-405F65814295}" srcOrd="0" destOrd="0" presId="urn:microsoft.com/office/officeart/2005/8/layout/default"/>
    <dgm:cxn modelId="{79559EC2-113A-44FF-9451-3EF13786B727}" type="presParOf" srcId="{4D037706-2E18-41BE-A655-407C47150D91}" destId="{01FD569F-E486-4784-976E-DA5811A6ECEE}" srcOrd="1" destOrd="0" presId="urn:microsoft.com/office/officeart/2005/8/layout/default"/>
    <dgm:cxn modelId="{320774B7-7C96-465F-B88A-B17AFDB0A80F}" type="presParOf" srcId="{4D037706-2E18-41BE-A655-407C47150D91}" destId="{039BF694-DA7F-40CE-B63A-4742EAFC2105}" srcOrd="2" destOrd="0" presId="urn:microsoft.com/office/officeart/2005/8/layout/default"/>
    <dgm:cxn modelId="{C4BBF783-A783-4685-8A96-1FEF9CD8BF58}" type="presParOf" srcId="{4D037706-2E18-41BE-A655-407C47150D91}" destId="{9FDAAF4F-0F90-4B77-A7C0-987F8F2F5784}" srcOrd="3" destOrd="0" presId="urn:microsoft.com/office/officeart/2005/8/layout/default"/>
    <dgm:cxn modelId="{29039D68-2234-412A-905F-E95B8B585BB0}" type="presParOf" srcId="{4D037706-2E18-41BE-A655-407C47150D91}" destId="{AAB99F12-758F-45ED-BA08-F6AD8269860C}" srcOrd="4" destOrd="0" presId="urn:microsoft.com/office/officeart/2005/8/layout/default"/>
    <dgm:cxn modelId="{D590DF85-AF61-40D2-A022-E1107E65848B}" type="presParOf" srcId="{4D037706-2E18-41BE-A655-407C47150D91}" destId="{5648C791-6D9A-4C7E-B39F-B9987741B09F}" srcOrd="5" destOrd="0" presId="urn:microsoft.com/office/officeart/2005/8/layout/default"/>
    <dgm:cxn modelId="{7108792A-D95E-4464-A355-E8930D520FF8}" type="presParOf" srcId="{4D037706-2E18-41BE-A655-407C47150D91}" destId="{3EAA40DB-DDE5-42A7-8D2C-4368F81F11D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AD95A-C7BC-47E1-BDA8-405F65814295}">
      <dsp:nvSpPr>
        <dsp:cNvPr id="0" name=""/>
        <dsp:cNvSpPr/>
      </dsp:nvSpPr>
      <dsp:spPr>
        <a:xfrm>
          <a:off x="168730" y="5"/>
          <a:ext cx="3376833" cy="20261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4000" kern="1200" dirty="0" smtClean="0">
              <a:latin typeface="Tahoma" pitchFamily="34" charset="0"/>
              <a:ea typeface="Tahoma" pitchFamily="34" charset="0"/>
              <a:cs typeface="Tahoma" pitchFamily="34" charset="0"/>
            </a:rPr>
            <a:t>Immigration</a:t>
          </a:r>
          <a:endParaRPr lang="ko-KR" altLang="en-US" sz="4200" kern="1200" dirty="0">
            <a:latin typeface="Tahoma" pitchFamily="34" charset="0"/>
            <a:cs typeface="Tahoma" pitchFamily="34" charset="0"/>
          </a:endParaRPr>
        </a:p>
      </dsp:txBody>
      <dsp:txXfrm>
        <a:off x="168730" y="5"/>
        <a:ext cx="3376833" cy="2026100"/>
      </dsp:txXfrm>
    </dsp:sp>
    <dsp:sp modelId="{039BF694-DA7F-40CE-B63A-4742EAFC2105}">
      <dsp:nvSpPr>
        <dsp:cNvPr id="0" name=""/>
        <dsp:cNvSpPr/>
      </dsp:nvSpPr>
      <dsp:spPr>
        <a:xfrm>
          <a:off x="3907087" y="1302"/>
          <a:ext cx="3376833" cy="2026100"/>
        </a:xfrm>
        <a:prstGeom prst="rect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shade val="51000"/>
                <a:satMod val="130000"/>
              </a:schemeClr>
            </a:gs>
            <a:gs pos="80000">
              <a:schemeClr val="accent3">
                <a:hueOff val="3750088"/>
                <a:satOff val="-5627"/>
                <a:lumOff val="-915"/>
                <a:alphaOff val="0"/>
                <a:shade val="93000"/>
                <a:satMod val="13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4000" kern="1200" dirty="0" smtClean="0">
              <a:latin typeface="Tahoma" pitchFamily="34" charset="0"/>
              <a:ea typeface="Tahoma" pitchFamily="34" charset="0"/>
              <a:cs typeface="Tahoma" pitchFamily="34" charset="0"/>
            </a:rPr>
            <a:t>Home-Search</a:t>
          </a:r>
          <a:endParaRPr lang="ko-KR" altLang="en-US" sz="4200" kern="1200" dirty="0">
            <a:latin typeface="Tahoma" pitchFamily="34" charset="0"/>
            <a:cs typeface="Tahoma" pitchFamily="34" charset="0"/>
          </a:endParaRPr>
        </a:p>
      </dsp:txBody>
      <dsp:txXfrm>
        <a:off x="3907087" y="1302"/>
        <a:ext cx="3376833" cy="2026100"/>
      </dsp:txXfrm>
    </dsp:sp>
    <dsp:sp modelId="{AAB99F12-758F-45ED-BA08-F6AD8269860C}">
      <dsp:nvSpPr>
        <dsp:cNvPr id="0" name=""/>
        <dsp:cNvSpPr/>
      </dsp:nvSpPr>
      <dsp:spPr>
        <a:xfrm>
          <a:off x="192570" y="2365085"/>
          <a:ext cx="3376833" cy="2026100"/>
        </a:xfrm>
        <a:prstGeom prst="rect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shade val="51000"/>
                <a:satMod val="130000"/>
              </a:schemeClr>
            </a:gs>
            <a:gs pos="80000">
              <a:schemeClr val="accent3">
                <a:hueOff val="7500176"/>
                <a:satOff val="-11253"/>
                <a:lumOff val="-1830"/>
                <a:alphaOff val="0"/>
                <a:shade val="93000"/>
                <a:satMod val="13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4000" kern="1200" dirty="0" smtClean="0">
              <a:latin typeface="Tahoma" pitchFamily="34" charset="0"/>
              <a:ea typeface="Tahoma" pitchFamily="34" charset="0"/>
              <a:cs typeface="Tahoma" pitchFamily="34" charset="0"/>
            </a:rPr>
            <a:t>Tenancy</a:t>
          </a:r>
        </a:p>
        <a:p>
          <a:pPr lvl="0" algn="ctr" defTabSz="1778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4000" kern="1200" dirty="0" smtClean="0">
              <a:latin typeface="Tahoma" pitchFamily="34" charset="0"/>
              <a:ea typeface="Tahoma" pitchFamily="34" charset="0"/>
              <a:cs typeface="Tahoma" pitchFamily="34" charset="0"/>
            </a:rPr>
            <a:t>Management</a:t>
          </a:r>
          <a:endParaRPr lang="ko-KR" altLang="en-US" sz="4200" kern="1200" dirty="0">
            <a:latin typeface="Tahoma" pitchFamily="34" charset="0"/>
            <a:cs typeface="Tahoma" pitchFamily="34" charset="0"/>
          </a:endParaRPr>
        </a:p>
      </dsp:txBody>
      <dsp:txXfrm>
        <a:off x="192570" y="2365085"/>
        <a:ext cx="3376833" cy="2026100"/>
      </dsp:txXfrm>
    </dsp:sp>
    <dsp:sp modelId="{3EAA40DB-DDE5-42A7-8D2C-4368F81F11D7}">
      <dsp:nvSpPr>
        <dsp:cNvPr id="0" name=""/>
        <dsp:cNvSpPr/>
      </dsp:nvSpPr>
      <dsp:spPr>
        <a:xfrm>
          <a:off x="3907087" y="2365085"/>
          <a:ext cx="3376833" cy="2026100"/>
        </a:xfrm>
        <a:prstGeom prst="rect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4000" kern="1200" dirty="0" smtClean="0">
              <a:latin typeface="Tahoma" pitchFamily="34" charset="0"/>
              <a:ea typeface="Tahoma" pitchFamily="34" charset="0"/>
              <a:cs typeface="Tahoma" pitchFamily="34" charset="0"/>
            </a:rPr>
            <a:t>Orientation</a:t>
          </a:r>
        </a:p>
        <a:p>
          <a:pPr lvl="0" algn="ctr" defTabSz="1778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4000" kern="1200" dirty="0" smtClean="0">
              <a:latin typeface="Tahoma" pitchFamily="34" charset="0"/>
              <a:ea typeface="Tahoma" pitchFamily="34" charset="0"/>
              <a:cs typeface="Tahoma" pitchFamily="34" charset="0"/>
            </a:rPr>
            <a:t>&amp; Settling-In</a:t>
          </a:r>
          <a:endParaRPr lang="ko-KR" altLang="en-US" sz="4000" kern="1200" dirty="0">
            <a:latin typeface="Tahoma" pitchFamily="34" charset="0"/>
            <a:cs typeface="Tahoma" pitchFamily="34" charset="0"/>
          </a:endParaRPr>
        </a:p>
      </dsp:txBody>
      <dsp:txXfrm>
        <a:off x="3907087" y="2365085"/>
        <a:ext cx="3376833" cy="2026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1492-65E2-46E2-8B67-D6B835BE2D89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E1DE3-942C-4118-B596-5F703519C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02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E1DE3-942C-4118-B596-5F703519CD5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986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8103-EF1F-4AF3-9B1B-179015E6261F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2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229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45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377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85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110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9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31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95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37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2D22-CB78-40F2-9024-C5F53F8EC7CE}" type="datetime1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353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A8103-EF1F-4AF3-9B1B-179015E6261F}" type="datetimeFigureOut">
              <a:rPr lang="ko-KR" altLang="en-US" smtClean="0"/>
              <a:t>2011-11-28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EE6B8-376C-4A85-B0F3-DDAF9108E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520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antaferelo.com/" TargetMode="External"/><Relationship Id="rId5" Type="http://schemas.openxmlformats.org/officeDocument/2006/relationships/hyperlink" Target="http://www.cartus.com/" TargetMode="External"/><Relationship Id="rId4" Type="http://schemas.openxmlformats.org/officeDocument/2006/relationships/hyperlink" Target="http://www.proway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apple.com/" TargetMode="External"/><Relationship Id="rId4" Type="http://schemas.openxmlformats.org/officeDocument/2006/relationships/hyperlink" Target="http://www.sataferelo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78659" y="971436"/>
            <a:ext cx="5131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Tahoma" pitchFamily="34" charset="0"/>
                <a:cs typeface="Tahoma" pitchFamily="34" charset="0"/>
              </a:rPr>
              <a:t>메인타이틀 </a:t>
            </a:r>
            <a:r>
              <a:rPr lang="en-US" altLang="ko-KR" sz="1600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main title: </a:t>
            </a:r>
            <a:r>
              <a:rPr lang="en-US" altLang="ko-KR" sz="1600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Korea Relocation Specialists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347" y="1506850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main menus: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8" y="2154677"/>
            <a:ext cx="1368152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SERVICES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4799" y="3461519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v</a:t>
            </a:r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isa &amp; immigration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39752" y="2154677"/>
            <a:ext cx="1368152" cy="92333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ABOUT SOJOURN KOREA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95936" y="2154677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WORK WITH US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52120" y="2188479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KOREA VISA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36296" y="2154677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LIVING IN BUSAN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5046" y="1322184"/>
            <a:ext cx="281519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latin typeface="Tahoma" pitchFamily="34" charset="0"/>
                <a:cs typeface="Tahoma" pitchFamily="34" charset="0"/>
              </a:rPr>
              <a:t>참고</a:t>
            </a:r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SITE: </a:t>
            </a:r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  <a:hlinkClick r:id="rId4"/>
              </a:rPr>
              <a:t>www.proway.com</a:t>
            </a:r>
            <a:endParaRPr lang="en-US" altLang="ko-KR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 </a:t>
            </a:r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  <a:hlinkClick r:id="rId5"/>
              </a:rPr>
              <a:t>www.cartus.com</a:t>
            </a:r>
            <a:endParaRPr lang="en-US" altLang="ko-KR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       </a:t>
            </a:r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  <a:hlinkClick r:id="rId6"/>
              </a:rPr>
              <a:t>www.santaferelo.com</a:t>
            </a:r>
            <a:r>
              <a:rPr lang="en-US" altLang="ko-KR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799" y="3913311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home-search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4798" y="4360569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settling-in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0027" y="5396341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s</a:t>
            </a:r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chools search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4799" y="5929535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orientation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4799" y="4849415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t</a:t>
            </a:r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enancy management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03849" y="3450159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work visa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03849" y="3901951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non-working visa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03848" y="4345359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Visa-waiver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cxnSp>
        <p:nvCxnSpPr>
          <p:cNvPr id="4" name="직선 화살표 연결선 3"/>
          <p:cNvCxnSpPr>
            <a:stCxn id="6" idx="2"/>
          </p:cNvCxnSpPr>
          <p:nvPr/>
        </p:nvCxnSpPr>
        <p:spPr>
          <a:xfrm>
            <a:off x="1232724" y="2524009"/>
            <a:ext cx="0" cy="94589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stCxn id="16" idx="2"/>
            <a:endCxn id="24" idx="0"/>
          </p:cNvCxnSpPr>
          <p:nvPr/>
        </p:nvCxnSpPr>
        <p:spPr>
          <a:xfrm flipH="1">
            <a:off x="4374338" y="2834810"/>
            <a:ext cx="1961858" cy="61534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67502" y="3469904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overview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67502" y="3921696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attractions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67501" y="4365104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housing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cxnSp>
        <p:nvCxnSpPr>
          <p:cNvPr id="37" name="직선 화살표 연결선 36"/>
          <p:cNvCxnSpPr>
            <a:stCxn id="17" idx="2"/>
          </p:cNvCxnSpPr>
          <p:nvPr/>
        </p:nvCxnSpPr>
        <p:spPr>
          <a:xfrm flipH="1">
            <a:off x="7037990" y="2801008"/>
            <a:ext cx="882382" cy="64915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49783" y="4825281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schools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260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51520" y="1772816"/>
            <a:ext cx="846321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 smtClean="0"/>
              <a:t>모든 디자인은 둥글고 간결하게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색상은 </a:t>
            </a:r>
            <a:r>
              <a:rPr lang="ko-KR" altLang="en-US" sz="1400" dirty="0" smtClean="0"/>
              <a:t>원색위주로</a:t>
            </a:r>
            <a:endParaRPr lang="en-US" altLang="ko-KR" sz="14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 smtClean="0"/>
              <a:t>메인타이틀 밑에 </a:t>
            </a:r>
            <a:r>
              <a:rPr lang="ko-KR" altLang="en-US" sz="1400" dirty="0" smtClean="0"/>
              <a:t>큰 사진으로 표현</a:t>
            </a:r>
            <a:r>
              <a:rPr lang="en-US" altLang="ko-KR" sz="1400" dirty="0" smtClean="0"/>
              <a:t>… </a:t>
            </a:r>
            <a:r>
              <a:rPr lang="ko-KR" altLang="en-US" sz="1400" dirty="0" smtClean="0"/>
              <a:t>들어갈 문구는 제가 만들어 드릴께요</a:t>
            </a:r>
            <a:endParaRPr lang="en-US" altLang="ko-KR" sz="14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 smtClean="0"/>
              <a:t>기본 </a:t>
            </a:r>
            <a:r>
              <a:rPr lang="ko-KR" altLang="en-US" sz="1400" dirty="0" smtClean="0"/>
              <a:t>메뉴는 </a:t>
            </a:r>
            <a:r>
              <a:rPr lang="en-US" altLang="ko-KR" sz="1400" dirty="0" smtClean="0"/>
              <a:t>Bar</a:t>
            </a:r>
            <a:r>
              <a:rPr lang="ko-KR" altLang="en-US" sz="1400" dirty="0" smtClean="0"/>
              <a:t>형식으로 위쪽에 배치 </a:t>
            </a:r>
            <a:r>
              <a:rPr lang="en-US" altLang="ko-KR" sz="1400" dirty="0" smtClean="0"/>
              <a:t>(apple.com) </a:t>
            </a:r>
            <a:r>
              <a:rPr lang="ko-KR" altLang="en-US" sz="1400" dirty="0" err="1" smtClean="0"/>
              <a:t>기본세팅은</a:t>
            </a:r>
            <a:r>
              <a:rPr lang="ko-KR" altLang="en-US" sz="1400" dirty="0" smtClean="0"/>
              <a:t> </a:t>
            </a:r>
            <a:r>
              <a:rPr lang="en-US" altLang="ko-KR" sz="1400" dirty="0" smtClean="0">
                <a:hlinkClick r:id="rId4"/>
              </a:rPr>
              <a:t>www.sataferelo.com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참고</a:t>
            </a:r>
            <a:endParaRPr lang="en-US" altLang="ko-KR" sz="14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 smtClean="0"/>
              <a:t>서브페이지 내용 은 모두 영어로 들어갈 예정입니다</a:t>
            </a:r>
            <a:r>
              <a:rPr lang="en-US" altLang="ko-KR" sz="1400" dirty="0" smtClean="0"/>
              <a:t>. F</a:t>
            </a:r>
            <a:r>
              <a:rPr lang="en-US" altLang="ko-KR" sz="1400" dirty="0" smtClean="0"/>
              <a:t>ont </a:t>
            </a:r>
            <a:r>
              <a:rPr lang="ko-KR" altLang="en-US" sz="1400" dirty="0" smtClean="0"/>
              <a:t>및 내용은 기획 후 </a:t>
            </a:r>
            <a:r>
              <a:rPr lang="ko-KR" altLang="en-US" sz="1400" dirty="0" err="1" smtClean="0"/>
              <a:t>보내드릴께요</a:t>
            </a:r>
            <a:endParaRPr lang="en-US" altLang="ko-KR" sz="14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 smtClean="0"/>
              <a:t>저희 회사 주요 업무 성격은 대인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법인 응대 서비스 및 컨설팅입니다</a:t>
            </a:r>
            <a:r>
              <a:rPr lang="en-US" altLang="ko-KR" sz="1400" dirty="0" smtClean="0"/>
              <a:t>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 smtClean="0"/>
              <a:t>주요 이미지 제안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한국인 </a:t>
            </a:r>
            <a:r>
              <a:rPr lang="ko-KR" altLang="en-US" sz="1400" dirty="0" err="1" smtClean="0"/>
              <a:t>상담사</a:t>
            </a:r>
            <a:r>
              <a:rPr lang="ko-KR" altLang="en-US" sz="1400" dirty="0" smtClean="0"/>
              <a:t> 이미지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집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생활 이미지</a:t>
            </a:r>
            <a:r>
              <a:rPr lang="en-US" altLang="ko-KR" sz="1400" dirty="0" smtClean="0"/>
              <a:t>: </a:t>
            </a:r>
            <a:r>
              <a:rPr lang="ko-KR" altLang="en-US" sz="1400" dirty="0" err="1" smtClean="0"/>
              <a:t>각페이지</a:t>
            </a:r>
            <a:r>
              <a:rPr lang="ko-KR" altLang="en-US" sz="1400" dirty="0" smtClean="0"/>
              <a:t> 이미지는 내용에 맞게 정함</a:t>
            </a:r>
            <a:endParaRPr lang="en-US" altLang="ko-KR" sz="1400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 smtClean="0"/>
              <a:t>메인 사진은 </a:t>
            </a:r>
            <a:r>
              <a:rPr lang="ko-KR" altLang="en-US" sz="1400" dirty="0" err="1" smtClean="0"/>
              <a:t>플래쉬이미지로</a:t>
            </a:r>
            <a:r>
              <a:rPr lang="ko-KR" altLang="en-US" sz="1400" dirty="0" smtClean="0"/>
              <a:t> 보다 </a:t>
            </a:r>
            <a:r>
              <a:rPr lang="en-US" altLang="ko-KR" sz="1400" dirty="0" smtClean="0"/>
              <a:t>JPG </a:t>
            </a:r>
            <a:r>
              <a:rPr lang="ko-KR" altLang="en-US" sz="1400" dirty="0" smtClean="0"/>
              <a:t>또는</a:t>
            </a:r>
            <a:r>
              <a:rPr lang="en-US" altLang="ko-KR" sz="1400" dirty="0" smtClean="0"/>
              <a:t> GIF</a:t>
            </a:r>
            <a:r>
              <a:rPr lang="ko-KR" altLang="en-US" sz="1400" dirty="0" smtClean="0"/>
              <a:t>로 간결히 바뀌는 형식으로 바뀌는 것을 선호합니다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   (</a:t>
            </a:r>
            <a:r>
              <a:rPr lang="en-US" altLang="ko-KR" sz="1400" dirty="0" smtClean="0">
                <a:hlinkClick r:id="rId5"/>
              </a:rPr>
              <a:t>www.apple.com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참조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122811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페이지 디자인 요청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80370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63688" y="1146229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v</a:t>
            </a:r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isa &amp; immigration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115452"/>
            <a:ext cx="1368152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SERVICES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021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26967" y="1119719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home-search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7810" y="1119719"/>
            <a:ext cx="1368152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SERVICES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674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63688" y="1156102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s</a:t>
            </a:r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ettling-in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156102"/>
            <a:ext cx="1368152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SERVICES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379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835696" y="1355012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schools search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8807" y="1348041"/>
            <a:ext cx="1368152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SERVICES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86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98975" y="1124744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orientation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0902" y="1124744"/>
            <a:ext cx="1368152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SERVICES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494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1520" y="1196752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ABOUT SOJOURN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48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1520" y="1340768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WORK WITH US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977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719" y="1174030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KOREA VISA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5616" y="1168941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work visa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88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0794" y="1196752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KOREA VISA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1003" y="1202537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non-working visa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36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0794" y="1196752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KOREA VISA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35058" y="1196752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Visa-waiver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278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1520" y="1196752"/>
            <a:ext cx="1368152" cy="64633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LIVING IN BUSAN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51003" y="1196752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overview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1003" y="1648544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attractions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1002" y="2091952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housing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33284" y="2552129"/>
            <a:ext cx="234097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ahoma" pitchFamily="34" charset="0"/>
                <a:cs typeface="Tahoma" pitchFamily="34" charset="0"/>
              </a:rPr>
              <a:t>schools</a:t>
            </a:r>
            <a:endParaRPr lang="ko-KR" altLang="en-US" sz="14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09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619672" y="2996952"/>
            <a:ext cx="57054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 smtClean="0"/>
              <a:t>&lt;</a:t>
            </a:r>
            <a:r>
              <a:rPr lang="ko-KR" altLang="en-US" sz="4400" dirty="0" err="1" smtClean="0"/>
              <a:t>회사간략</a:t>
            </a:r>
            <a:r>
              <a:rPr lang="ko-KR" altLang="en-US" sz="4400" dirty="0" smtClean="0"/>
              <a:t> 소개 </a:t>
            </a:r>
            <a:r>
              <a:rPr lang="en-US" altLang="ko-KR" sz="4400" dirty="0" smtClean="0"/>
              <a:t>PPT&gt;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638041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038418" y="2816108"/>
            <a:ext cx="5548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KOREA RELOCATION SPECIALISTS</a:t>
            </a:r>
            <a:endParaRPr lang="ko-KR" altLang="en-US" sz="24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4" name="타원 3"/>
          <p:cNvSpPr/>
          <p:nvPr/>
        </p:nvSpPr>
        <p:spPr>
          <a:xfrm>
            <a:off x="2955515" y="3659645"/>
            <a:ext cx="1584176" cy="129614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BUSAN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900515" y="3645895"/>
            <a:ext cx="1584176" cy="129614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CHANGWON</a:t>
            </a:r>
            <a:endParaRPr lang="ko-KR" altLang="en-US" sz="14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6804248" y="3645024"/>
            <a:ext cx="1584176" cy="129614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ULSAN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083307" y="3659645"/>
            <a:ext cx="1584176" cy="129614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SEOUL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187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933" y="2420888"/>
            <a:ext cx="6443515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60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5425" y="1196751"/>
            <a:ext cx="2429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ko-KR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Service Categories:</a:t>
            </a:r>
          </a:p>
          <a:p>
            <a:pPr marL="285750" indent="-285750">
              <a:buFont typeface="Arial" pitchFamily="34" charset="0"/>
              <a:buChar char="•"/>
            </a:pPr>
            <a:endParaRPr lang="ko-KR" altLang="en-US" dirty="0"/>
          </a:p>
        </p:txBody>
      </p:sp>
      <p:graphicFrame>
        <p:nvGraphicFramePr>
          <p:cNvPr id="13" name="다이어그램 12"/>
          <p:cNvGraphicFramePr/>
          <p:nvPr>
            <p:extLst>
              <p:ext uri="{D42A27DB-BD31-4B8C-83A1-F6EECF244321}">
                <p14:modId xmlns:p14="http://schemas.microsoft.com/office/powerpoint/2010/main" val="3965160379"/>
              </p:ext>
            </p:extLst>
          </p:nvPr>
        </p:nvGraphicFramePr>
        <p:xfrm>
          <a:off x="827584" y="1700808"/>
          <a:ext cx="7476492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98753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467544" y="2614260"/>
            <a:ext cx="7992253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Work Visa 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application and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Korean Alien Cards 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: All types of work visa types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Immigration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Reports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: Address change, employment status and </a:t>
            </a:r>
            <a:r>
              <a:rPr lang="en-US" altLang="ko-KR" sz="16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etc</a:t>
            </a: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Korean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Driving License 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Application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Establishment of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Foreign-Direct Invested Enterprises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: establishment process 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Visa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Extension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Application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Visas for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Domestic House-hold Assistants</a:t>
            </a:r>
          </a:p>
        </p:txBody>
      </p:sp>
      <p:sp>
        <p:nvSpPr>
          <p:cNvPr id="6" name="타원 5"/>
          <p:cNvSpPr/>
          <p:nvPr/>
        </p:nvSpPr>
        <p:spPr>
          <a:xfrm>
            <a:off x="683568" y="1268760"/>
            <a:ext cx="7488832" cy="108012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1. IMMIGRATION – Documenting Services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688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467544" y="2614260"/>
            <a:ext cx="5836406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Securing for exclusive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property listings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in preferred area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School 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Search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Temporary Housing 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arrangement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Lease contract 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process: English and Korean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House-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inspection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Services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Lease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Extension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follow-up</a:t>
            </a:r>
            <a:endParaRPr lang="en-US" altLang="ko-KR" sz="16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683568" y="1268760"/>
            <a:ext cx="7488832" cy="108012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2. HOME-SERCH SERVICES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341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467544" y="2614260"/>
            <a:ext cx="6915226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Cleaning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arrangement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Repairs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arrangement for appliances, furniture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Neighborhood orientation: Shopping assistance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Security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Management while absence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House-inspection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Services: Move-in inspection, move-out inspection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Negotiation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process with landlords</a:t>
            </a:r>
            <a:endParaRPr lang="en-US" altLang="ko-KR" sz="16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683568" y="1268760"/>
            <a:ext cx="7488832" cy="108012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3. TENANCY MANAGEMENT SERVICES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811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8998"/>
            <a:ext cx="936104" cy="77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870" y="539388"/>
            <a:ext cx="7093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i="1" dirty="0">
                <a:solidFill>
                  <a:srgbClr val="00B050"/>
                </a:solidFill>
                <a:latin typeface="Georgia" pitchFamily="18" charset="0"/>
              </a:rPr>
              <a:t>SOJOURN KOREA</a:t>
            </a:r>
            <a:r>
              <a:rPr lang="en-US" altLang="ko-KR" sz="1400" i="1" dirty="0">
                <a:latin typeface="Georgia" pitchFamily="18" charset="0"/>
              </a:rPr>
              <a:t> </a:t>
            </a:r>
            <a:r>
              <a:rPr lang="en-US" altLang="ko-KR" sz="1400" i="1" dirty="0" smtClean="0">
                <a:latin typeface="Georgia" pitchFamily="18" charset="0"/>
              </a:rPr>
              <a:t>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Immigration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Housing, Tenancy 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Management  -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Busan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Changwon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Georgia" pitchFamily="18" charset="0"/>
              </a:rPr>
              <a:t>, Ulsan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Georgia" pitchFamily="18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79512" y="908720"/>
            <a:ext cx="84249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467544" y="2614260"/>
            <a:ext cx="7434984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Visits to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Shopping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area, public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transportation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parks and other amenities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Neighborhood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orientation: Shopping assistance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Local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Bank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account set-up assistance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Setting up assistances for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Internet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phone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cell phones</a:t>
            </a: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Hospital Visits, </a:t>
            </a:r>
            <a:r>
              <a:rPr lang="en-US" altLang="ko-KR" sz="1600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arrangments</a:t>
            </a:r>
            <a:r>
              <a:rPr lang="en-US" altLang="ko-KR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medical tour arrangement</a:t>
            </a:r>
            <a:endParaRPr lang="en-US" altLang="ko-KR" sz="16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Korea tour arrangements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6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683568" y="1268760"/>
            <a:ext cx="7488832" cy="108012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4. ORIENTATION and SETTLING-IN</a:t>
            </a:r>
            <a:endParaRPr lang="ko-KR" altLang="en-US" b="1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81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678</Words>
  <Application>Microsoft Office PowerPoint</Application>
  <PresentationFormat>화면 슬라이드 쇼(4:3)</PresentationFormat>
  <Paragraphs>168</Paragraphs>
  <Slides>21</Slides>
  <Notes>21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Rosh</dc:creator>
  <cp:lastModifiedBy>Rosh</cp:lastModifiedBy>
  <cp:revision>32</cp:revision>
  <dcterms:created xsi:type="dcterms:W3CDTF">2011-10-11T01:04:08Z</dcterms:created>
  <dcterms:modified xsi:type="dcterms:W3CDTF">2011-11-28T03:38:49Z</dcterms:modified>
</cp:coreProperties>
</file>