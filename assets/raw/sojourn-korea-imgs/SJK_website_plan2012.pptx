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1492-65E2-46E2-8B67-D6B835BE2D89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E1DE3-942C-4118-B596-5F703519C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02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8103-EF1F-4AF3-9B1B-179015E6261F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2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22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45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377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85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11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9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31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5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37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35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A8103-EF1F-4AF3-9B1B-179015E6261F}" type="datetimeFigureOut">
              <a:rPr lang="ko-KR" altLang="en-US" smtClean="0"/>
              <a:t>2012-08-20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2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antaferelo.com/" TargetMode="External"/><Relationship Id="rId5" Type="http://schemas.openxmlformats.org/officeDocument/2006/relationships/hyperlink" Target="http://www.cartus.com/" TargetMode="External"/><Relationship Id="rId4" Type="http://schemas.openxmlformats.org/officeDocument/2006/relationships/hyperlink" Target="http://www.prowa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78659" y="971436"/>
            <a:ext cx="5131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Tahoma" pitchFamily="34" charset="0"/>
                <a:cs typeface="Tahoma" pitchFamily="34" charset="0"/>
              </a:rPr>
              <a:t>메인타이틀 </a:t>
            </a:r>
            <a:r>
              <a:rPr lang="en-US" altLang="ko-KR" sz="1600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main title: </a:t>
            </a:r>
            <a:r>
              <a:rPr lang="en-US" altLang="ko-KR" sz="16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 Relocation Specialists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347" y="1506850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main menus: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8" y="2154677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OUR SERVICES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4799" y="3461519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v</a:t>
            </a:r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isa </a:t>
            </a:r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&amp; immigration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08304" y="2154677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CONTACT US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24128" y="2154677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WORK WITH US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95936" y="2153748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 VISA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67744" y="2154677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LIVING IN BUSAN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5046" y="1322184"/>
            <a:ext cx="28151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latin typeface="Tahoma" pitchFamily="34" charset="0"/>
                <a:cs typeface="Tahoma" pitchFamily="34" charset="0"/>
              </a:rPr>
              <a:t>참고</a:t>
            </a:r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SITE: </a:t>
            </a:r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  <a:hlinkClick r:id="rId4"/>
              </a:rPr>
              <a:t>www.proway.com</a:t>
            </a:r>
            <a:endParaRPr lang="en-US" altLang="ko-KR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 </a:t>
            </a:r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  <a:hlinkClick r:id="rId5"/>
              </a:rPr>
              <a:t>www.cartus.com</a:t>
            </a:r>
            <a:endParaRPr lang="en-US" altLang="ko-KR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      </a:t>
            </a:r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  <a:hlinkClick r:id="rId6"/>
              </a:rPr>
              <a:t>www.santaferelo.com</a:t>
            </a:r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799" y="3913311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home-search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0027" y="4825774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chools search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963" y="5301208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hospital-care support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1127" y="4352624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enancy management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61666" y="3422535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work visa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61666" y="3874327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non-working visa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61665" y="4317735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Visa-waiver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cxnSp>
        <p:nvCxnSpPr>
          <p:cNvPr id="4" name="직선 화살표 연결선 3"/>
          <p:cNvCxnSpPr>
            <a:stCxn id="6" idx="2"/>
          </p:cNvCxnSpPr>
          <p:nvPr/>
        </p:nvCxnSpPr>
        <p:spPr>
          <a:xfrm>
            <a:off x="1232724" y="2801008"/>
            <a:ext cx="0" cy="66889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16" idx="2"/>
            <a:endCxn id="24" idx="0"/>
          </p:cNvCxnSpPr>
          <p:nvPr/>
        </p:nvCxnSpPr>
        <p:spPr>
          <a:xfrm>
            <a:off x="4680012" y="2800079"/>
            <a:ext cx="1652143" cy="6224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718442" y="3457425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overview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18442" y="3909217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attractions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18441" y="4352625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housing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cxnSp>
        <p:nvCxnSpPr>
          <p:cNvPr id="37" name="직선 화살표 연결선 36"/>
          <p:cNvCxnSpPr>
            <a:stCxn id="17" idx="2"/>
            <a:endCxn id="32" idx="0"/>
          </p:cNvCxnSpPr>
          <p:nvPr/>
        </p:nvCxnSpPr>
        <p:spPr>
          <a:xfrm>
            <a:off x="2951820" y="2801008"/>
            <a:ext cx="937111" cy="65641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700723" y="4812802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schools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51520" y="5805264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Transportation service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260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62</Words>
  <Application>Microsoft Office PowerPoint</Application>
  <PresentationFormat>화면 슬라이드 쇼(4:3)</PresentationFormat>
  <Paragraphs>25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Rosh</dc:creator>
  <cp:lastModifiedBy>Rosh</cp:lastModifiedBy>
  <cp:revision>33</cp:revision>
  <dcterms:created xsi:type="dcterms:W3CDTF">2011-10-11T01:04:08Z</dcterms:created>
  <dcterms:modified xsi:type="dcterms:W3CDTF">2012-08-20T05:53:40Z</dcterms:modified>
</cp:coreProperties>
</file>